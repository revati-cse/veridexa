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32B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VERIDEXA AI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claimed skills to proven capability.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3.0 Hackathon  ·  Manipal University Jaipur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502920" cy="50292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EVERY RESUME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</a:t>
            </a:r>
            <a:pPr indent="0" marL="0">
              <a:buNone/>
            </a:pPr>
            <a:r>
              <a:rPr lang="en-US" sz="3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pPr indent="0" marL="0">
              <a:buNone/>
            </a:pPr>
            <a:r>
              <a:rPr lang="en-US" sz="3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Evidence </a:t>
            </a:r>
            <a:pPr indent="0" marL="0">
              <a:buNone/>
            </a:pPr>
            <a:r>
              <a:rPr lang="en-US" sz="3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Performance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77800" dist="635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58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know SQL.”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resume or LinkedIn profile says. Unverifiable, and everyone writes the same words.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77800" dist="635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258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GitHub repo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exists. Better than a claim — but doesn’t prove they can solve a new problem today.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635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03920" y="2258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graded challenge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job, solved in real time, executed for real. This is the only one Veridexa ever trusts.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description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712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required skills, ranked by importance.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359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skills + link GitHub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712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evidence is nice to have, never required.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359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 challenge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8712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job’s own top skills. Not a quiz bank.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8288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782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359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graded — for real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8712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runs in a sandbox first. AI scores a rubric. Backend totals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25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Job Readiness 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37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formula. The AI never touches the final number.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79476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9184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4325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My Readiness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4837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challenge is written to target the #1 weak skill.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7947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4325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— readiness updates live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483717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re-test. Proof the specific gap actually closed.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</a:t>
            </a:r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isn’t a difficulty slider. It’s a new challenge, written specifically to target this candidate’s worst-scoring skill from step 4.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SCREEN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JD. Get real requirements.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unstructured text into the exact taxonomy row we grade against — not a keyword match. Every job also gets an ID a recruiter can look up later.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841248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8412480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2_skills_extra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8412480" cy="378561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SCREEN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quiz. A real dataset.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challenge generated from the job’s top skills, with a dataset that hides a real bug: a duplicated order row, and one order with a missing customer_id.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455168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4551680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4b_challenge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4551680" cy="41605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SCREEN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honestly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sandbox runs the query for real, in-memory, before any AI reasoning happens. Claude scores the rubric — the backend computes the weighted total, always.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8412480" cy="4389977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8412480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5_e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8412480" cy="413394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SCREEN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63.3% ready — and exactly why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= Σ(skill score × job importance) / Σ(job importance). A deterministic backend formula, shown on-screen — never a number the AI just decided.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6534314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6534314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6_readiness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6534314" cy="41605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challenge didn’t exist 5 seconds ago.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“Improve My Readiness” reads the previous evaluation’s #1 skill gap directly and writes a brand-new challenge that targets exactly that weakness. Never a difficulty slider — a reaction to what actually went wrong.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4137891" cy="4416552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4137891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7_mutated_challe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4137891" cy="41605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SCREEN 5 (FINAL)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again. Watch it move.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75.25%  </a:t>
            </a:r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83.75%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94760" y="14173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810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63.3%  </a:t>
            </a:r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41732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Evolution keeps the full history — not just a before/after — including the mutation reason for every attempt that targeted a gap.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2670048"/>
            <a:ext cx="5102198" cy="4050792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2670048"/>
            <a:ext cx="5102198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258568" y="275234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2423160" y="275234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587752" y="275234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Image 0" descr="/tmp/claude-0/-home-user-Veridexa/8d8eca47-7b36-5e41-a8fa-6b6e57d5c9d1/scratchpad/ppt_screens/cropped_8_readiness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926080"/>
            <a:ext cx="5102198" cy="3794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MVP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recruiters too.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candidate for a job by the exact same readiness formula — never a separate recruiter-side number — and compare candidates skill-by-skill.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167128"/>
            <a:ext cx="7662540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167128"/>
            <a:ext cx="7662540" cy="256032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24942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4942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224942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0" name="Image 0" descr="/tmp/claude-0/-home-user-Veridexa/8d8eca47-7b36-5e41-a8fa-6b6e57d5c9d1/scratchpad/ppt_screens/cropped_9_recruite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423160"/>
            <a:ext cx="7662540" cy="41605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DEMO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even when the Wi-Fi doesn’t.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Retry, then a hand-checked fallback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retries once, then falls back to a fixture — flagged transparently on the response, never faked silently.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A4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860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SQL sandbox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SQL runs against a fresh in-memory SQLite instance with a statement denylist, row caps, and a timeout.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A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2860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Rehearsed twice — network genuinely killed once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in-flight session, network cut mid-run: identical readiness numbers, zero crashes, fallback engaged cleanly.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67004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260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(Python 3.11)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599432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267004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260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 + TypeScript + Tailwind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94192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267004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9260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Sonnet 5 — structured outputs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822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315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5720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(Supabase)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9432" y="3822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9432" y="4315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5720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Monaco (self-hosted)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94192" y="3822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94192" y="4315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5720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SQLite, denylisted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the candidate sees is a deterministic backend formula — Claude supplies reasoning and sub-scores, never the final number.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number on this dashboard traces back to code that ran or a challenge that was graded.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is something the candidate just said about themselves.”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50292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800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VERIDEXA AI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03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claimed skills to proven capability.  ·  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2026-09-08T13:08:48Z</dcterms:created>
  <dcterms:modified xsi:type="dcterms:W3CDTF">2026-09-08T13:08:48Z</dcterms:modified>
</cp:coreProperties>
</file>